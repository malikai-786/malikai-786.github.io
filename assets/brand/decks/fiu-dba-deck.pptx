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Swap the title, keep the structure: mark top-left, strapline, statement, byline.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Rename the sections; five is the ceiling, three is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argument per slide. The card carries the supporting evidence, not a second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only where a source exists. If a number has no source, it does not go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sequence, not a cycle: audits end. Recolour nothing — the last node carries the accent because that is where judgment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rows, never more. Each one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colophon stays. It is the disclosure — one honest line, not a watermark.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business.fiu.edu/academics/graduate/doctor-of-business-administration/" TargetMode="External"/><Relationship Id="rId3" Type="http://schemas.openxmlformats.org/officeDocument/2006/relationships/hyperlink" Target="mailto:YasirAMalik@gmail.com" TargetMode="External"/><Relationship Id="rId4" Type="http://schemas.openxmlformats.org/officeDocument/2006/relationships/hyperlink" Target="https://malikai-786.github.io" TargetMode="External"/><Relationship Id="rId5" Type="http://schemas.openxmlformats.org/officeDocument/2006/relationships/hyperlink" Target="https://linkedin.com/in/yasiramalik" TargetMode="External"/><Relationship Id="rId1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assets/mark-fiu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841248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075688"/>
            <a:ext cx="201168" cy="0"/>
          </a:xfrm>
          <a:prstGeom prst="line">
            <a:avLst/>
          </a:prstGeom>
          <a:noFill/>
          <a:ln w="20320">
            <a:solidFill>
              <a:srgbClr val="B6862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78408" y="1920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B68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DOCTORATE IN BUSINESS ADMINISTRATION · COHORT 8.14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28600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title goes here.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4348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on what this session argues — written as a claim someone could disagree with, not a topic.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AF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 ·  FLORIDA INTERNATIONAL UNIVERSITY  ·  DATE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B6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93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92938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asked, and why it is worth a room's time.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62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254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82549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shows, sourced.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581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7216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7216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was built, step by step.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6542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617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argument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617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claim, and the strongest case against it.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550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5138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5138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room pushes back.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· FIU DBA · COHORT 8.14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B6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QUESTION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the one claim this presentation defends.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818120" y="141732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52400" dist="38100" dir="5400000">
              <a:srgbClr val="171A1D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13816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1945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sentences on the stakes. Who is affected, what changes if the claim holds, and what it costs if it doesn't.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· FIU DBA · COHORT 8.14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B6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carry the argument.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3361944" cy="3017520"/>
          </a:xfrm>
          <a:prstGeom prst="roundRect">
            <a:avLst>
              <a:gd name="adj" fmla="val 2424"/>
            </a:avLst>
          </a:prstGeom>
          <a:solidFill>
            <a:srgbClr val="F6F8FB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A1D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514600"/>
            <a:ext cx="2721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ONE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80360"/>
            <a:ext cx="2721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690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 and where it comes from.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13504" y="2103120"/>
            <a:ext cx="3361944" cy="3017520"/>
          </a:xfrm>
          <a:prstGeom prst="roundRect">
            <a:avLst>
              <a:gd name="adj" fmla="val 2424"/>
            </a:avLst>
          </a:prstGeom>
          <a:solidFill>
            <a:srgbClr val="F6F8FB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A1D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33544" y="2514600"/>
            <a:ext cx="2721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TWO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733544" y="2880360"/>
            <a:ext cx="2721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733544" y="40690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 and where it comes from.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41208" y="2103120"/>
            <a:ext cx="3361944" cy="3017520"/>
          </a:xfrm>
          <a:prstGeom prst="roundRect">
            <a:avLst>
              <a:gd name="adj" fmla="val 2424"/>
            </a:avLst>
          </a:prstGeom>
          <a:solidFill>
            <a:srgbClr val="F6F8FB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27000" dist="25400" dir="5400000">
              <a:srgbClr val="171A1D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61248" y="2514600"/>
            <a:ext cx="2721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 THREE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461248" y="2880360"/>
            <a:ext cx="2721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0×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461248" y="4069080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 and where it comes from.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this slide needs a source in the notes. No source, no slide.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· FIU DBA · COHORT 8.14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B6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method, in four steps.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464308" cy="3108960"/>
          </a:xfrm>
          <a:prstGeom prst="roundRect">
            <a:avLst>
              <a:gd name="adj" fmla="val 2968"/>
            </a:avLst>
          </a:prstGeom>
          <a:solidFill>
            <a:srgbClr val="F6F8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68880"/>
            <a:ext cx="475488" cy="475488"/>
          </a:xfrm>
          <a:prstGeom prst="ellipse">
            <a:avLst/>
          </a:prstGeom>
          <a:solidFill>
            <a:srgbClr val="081E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03320"/>
            <a:ext cx="19156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construct and what would falsify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0148" y="2148840"/>
            <a:ext cx="2464308" cy="3108960"/>
          </a:xfrm>
          <a:prstGeom prst="roundRect">
            <a:avLst>
              <a:gd name="adj" fmla="val 2968"/>
            </a:avLst>
          </a:prstGeom>
          <a:solidFill>
            <a:srgbClr val="F6F8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4468" y="2468880"/>
            <a:ext cx="475488" cy="475488"/>
          </a:xfrm>
          <a:prstGeom prst="ellipse">
            <a:avLst/>
          </a:prstGeom>
          <a:solidFill>
            <a:srgbClr val="081E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4468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44468" y="3154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744468" y="3703320"/>
            <a:ext cx="19156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Instrument, sample, and the limits of both.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2148840"/>
            <a:ext cx="2464308" cy="3108960"/>
          </a:xfrm>
          <a:prstGeom prst="roundRect">
            <a:avLst>
              <a:gd name="adj" fmla="val 2968"/>
            </a:avLst>
          </a:prstGeom>
          <a:solidFill>
            <a:srgbClr val="F6F8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8816" y="2468880"/>
            <a:ext cx="475488" cy="475488"/>
          </a:xfrm>
          <a:prstGeom prst="ellipse">
            <a:avLst/>
          </a:prstGeom>
          <a:solidFill>
            <a:srgbClr val="081E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28816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3154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703320"/>
            <a:ext cx="19156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and the assumptions it leans 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38844" y="2148840"/>
            <a:ext cx="2464308" cy="3108960"/>
          </a:xfrm>
          <a:prstGeom prst="roundRect">
            <a:avLst>
              <a:gd name="adj" fmla="val 2968"/>
            </a:avLst>
          </a:prstGeom>
          <a:solidFill>
            <a:srgbClr val="F6F8FB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13164" y="2468880"/>
            <a:ext cx="475488" cy="475488"/>
          </a:xfrm>
          <a:prstGeom prst="ellipse">
            <a:avLst/>
          </a:prstGeom>
          <a:solidFill>
            <a:srgbClr val="B686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13164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13164" y="3154680"/>
            <a:ext cx="1915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313164" y="3703320"/>
            <a:ext cx="19156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result licenses you to claim — and no more.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· FIU DBA · COHORT 8.14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9224"/>
            <a:ext cx="201168" cy="0"/>
          </a:xfrm>
          <a:prstGeom prst="line">
            <a:avLst/>
          </a:prstGeom>
          <a:noFill/>
          <a:ln w="20320">
            <a:solidFill>
              <a:srgbClr val="B6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493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RECORD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work already done.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011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Safety-and-soundness examination — Florida Office of Financial Regulation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61488"/>
            <a:ext cx="10817352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044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9992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years in audit and risk — Citigroup, JPMorgan Chase, to Vice President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749040"/>
            <a:ext cx="10817352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032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98678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shipped into a live audit function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736592"/>
            <a:ext cx="10817352" cy="0"/>
          </a:xfrm>
          <a:prstGeom prst="line">
            <a:avLst/>
          </a:prstGeom>
          <a:noFill/>
          <a:ln w="9525">
            <a:solidFill>
              <a:srgbClr val="D5DD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020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8A6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RESEARCHER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97433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8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candidate, Florida International University — expected 2028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YASIR A. MALIK · FIU DBA · COHORT 8.14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771632" y="6382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A64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assets/mark-fiu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9202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794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B68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FIU DBA</a:t>
            </a:r>
            <a:endParaRPr lang="en-US" sz="950" dirty="0"/>
          </a:p>
        </p:txBody>
      </p:sp>
      <p:sp>
        <p:nvSpPr>
          <p:cNvPr id="5" name="Text 2">
            <a:hlinkClick r:id="rId2" tooltip=""/>
          </p:cNvPr>
          <p:cNvSpPr txBox="1"/>
          <p:nvPr/>
        </p:nvSpPr>
        <p:spPr>
          <a:xfrm>
            <a:off x="2331720" y="377647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business.fiu.edu/academics/graduate/doctor-of-business-administration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2153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B68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</p:txBody>
      </p:sp>
      <p:sp>
        <p:nvSpPr>
          <p:cNvPr id="7" name="Text 4">
            <a:hlinkClick r:id="rId3" tooltip=""/>
          </p:cNvPr>
          <p:cNvSpPr txBox="1"/>
          <p:nvPr/>
        </p:nvSpPr>
        <p:spPr>
          <a:xfrm>
            <a:off x="2331720" y="419709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YasirAMalik@gmail.com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6360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B68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en-US" sz="950" dirty="0"/>
          </a:p>
        </p:txBody>
      </p:sp>
      <p:sp>
        <p:nvSpPr>
          <p:cNvPr id="9" name="Text 6">
            <a:hlinkClick r:id="rId4" tooltip=""/>
          </p:cNvPr>
          <p:cNvSpPr txBox="1"/>
          <p:nvPr/>
        </p:nvSpPr>
        <p:spPr>
          <a:xfrm>
            <a:off x="2331720" y="46177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malikai-786.github.io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0566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B686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</a:t>
            </a:r>
            <a:endParaRPr lang="en-US" sz="950" dirty="0"/>
          </a:p>
        </p:txBody>
      </p:sp>
      <p:sp>
        <p:nvSpPr>
          <p:cNvPr id="11" name="Text 8">
            <a:hlinkClick r:id="rId5" tooltip=""/>
          </p:cNvPr>
          <p:cNvSpPr txBox="1"/>
          <p:nvPr/>
        </p:nvSpPr>
        <p:spPr>
          <a:xfrm>
            <a:off x="2331720" y="503834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linkedin.com/in/yasiramalik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5989320"/>
            <a:ext cx="10817352" cy="0"/>
          </a:xfrm>
          <a:prstGeom prst="line">
            <a:avLst/>
          </a:prstGeom>
          <a:noFill/>
          <a:ln w="9525">
            <a:solidFill>
              <a:srgbClr val="1D3A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614476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AI-assisted drafting and analysis. All judgment, synthesis, and interpretation are the author's.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FIU DBA — Yasir A. Malik</dc:title>
  <dc:subject>PptxGenJS Presentation</dc:subject>
  <dc:creator>Yasir A. Malik</dc:creator>
  <cp:lastModifiedBy>Yasir A. Malik</cp:lastModifiedBy>
  <cp:revision>1</cp:revision>
  <dcterms:created xsi:type="dcterms:W3CDTF">2026-09-03T04:34:25Z</dcterms:created>
  <dcterms:modified xsi:type="dcterms:W3CDTF">2026-09-03T04:34:25Z</dcterms:modified>
</cp:coreProperties>
</file>