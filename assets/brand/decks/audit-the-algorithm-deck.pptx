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Swap the title, keep the structure: mark top-left, strapline, statement, byline.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the sections; five is the ceiling, three is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argument per slide. The card carries the supporting evidence, not a second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only where a source exists. If a number has no source, it does not go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sequence, not a cycle: audits end. Recolour nothing — the last node carries the accent because that is where judgment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rows, never more. Each one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colophon stays. It is the disclosure — one honest line, not a watermark.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alikai-786.github.io/governance.html" TargetMode="External"/><Relationship Id="rId3" Type="http://schemas.openxmlformats.org/officeDocument/2006/relationships/hyperlink" Target="mailto:YasirAMalik@gmail.com" TargetMode="External"/><Relationship Id="rId4" Type="http://schemas.openxmlformats.org/officeDocument/2006/relationships/hyperlink" Target="https://malikai-786.github.io" TargetMode="External"/><Relationship Id="rId5" Type="http://schemas.openxmlformats.org/officeDocument/2006/relationships/hyperlink" Target="https://linkedin.com/in/yasiramalik" TargetMode="External"/><Relationship Id="rId6" Type="http://schemas.openxmlformats.org/officeDocument/2006/relationships/hyperlink" Target="https://howwouldweknow.substack.com" TargetMode="External"/><Relationship Id="rId1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assets/mark-ember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41248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075688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8408" y="1920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· RISK · GOVERNANCE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28600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Algorithm.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34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6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Governance-first AI advisory for regulated organizations. Five offers, each grounded in work already done rather than a capability claimed.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A6B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 ·  ADVISORY PRACTICE  ·  DATE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93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2938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arrives already confident — and review quietly stops.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254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254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twenty years of audit work says about deference.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58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216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216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and SR 26-2, applied — not recited.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654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offers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617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engagements, each already done once.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550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513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513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use, your examiners, your questions.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THE ALGORITHM · YASIR A. MALIK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dangerous number in the room is the one nobody questions.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  <a:effectLst>
            <a:outerShdw sx="100000" sy="100000" kx="0" ky="0" algn="bl" rotWithShape="0" blurRad="152400" dist="38100" dir="5400000">
              <a:srgbClr val="171A1D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1381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tuned on human approval agrees with the position you already hold — and it is most agreeable exactly where a reviewer most needs pushback.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THE ALGORITHM · YASIR A. MALIK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record, in numbers.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TIME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after shipping a retrieval assistant into a live audit function.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3504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33544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IN AUDIT &amp; RISK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33544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Regulator's seat, then Citigroup and JPMorgan Chase to Vice President.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41208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61248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DOCTORAL FOCUS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61248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461248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does the reviewer still review when the analysis arrives formed?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record at malikai-786.github.io — every claim verifiable there.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THE ALGORITHM · YASIR A. MALIK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engagement runs.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475488" cy="475488"/>
          </a:xfrm>
          <a:prstGeom prst="ellipse">
            <a:avLst/>
          </a:prstGeom>
          <a:solidFill>
            <a:srgbClr val="171A1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is actually in use, including the unofficial.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0148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4468" y="2468880"/>
            <a:ext cx="475488" cy="475488"/>
          </a:xfrm>
          <a:prstGeom prst="ellipse">
            <a:avLst/>
          </a:prstGeom>
          <a:solidFill>
            <a:srgbClr val="171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4468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4468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44468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NIST AI RMF and SR 26-2 — gaps, not vibes.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2468880"/>
            <a:ext cx="475488" cy="475488"/>
          </a:xfrm>
          <a:prstGeom prst="ellipse">
            <a:avLst/>
          </a:prstGeom>
          <a:solidFill>
            <a:srgbClr val="171A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Human-oversight points where deference is likeliest.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8844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DA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13164" y="2468880"/>
            <a:ext cx="475488" cy="475488"/>
          </a:xfrm>
          <a:prstGeom prst="ellipse">
            <a:avLst/>
          </a:prstGeom>
          <a:solidFill>
            <a:srgbClr val="E066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1316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13164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313164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trail an examiner will actually ask for.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THE ALGORITHM · YASIR A. MALIK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E066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work already done.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011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Safety-and-soundness examination — Florida Office of Financial Regulation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61488"/>
            <a:ext cx="10817352" cy="0"/>
          </a:xfrm>
          <a:prstGeom prst="line">
            <a:avLst/>
          </a:prstGeom>
          <a:noFill/>
          <a:ln w="9525">
            <a:solidFill>
              <a:srgbClr val="E2DA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99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years in audit and risk — Citigroup, JPMorgan Chase, to Vice President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10817352" cy="0"/>
          </a:xfrm>
          <a:prstGeom prst="line">
            <a:avLst/>
          </a:prstGeom>
          <a:noFill/>
          <a:ln w="9525">
            <a:solidFill>
              <a:srgbClr val="E2DA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32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9867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shipped into a live audit function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736592"/>
            <a:ext cx="10817352" cy="0"/>
          </a:xfrm>
          <a:prstGeom prst="line">
            <a:avLst/>
          </a:prstGeom>
          <a:noFill/>
          <a:ln w="9525">
            <a:solidFill>
              <a:srgbClr val="E2DA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D4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candidate, Florida International University — expected 2028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THE ALGORITHM · YASIR A. MALIK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assets/mark-ember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9202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</a:t>
            </a:r>
            <a:endParaRPr lang="en-US" sz="950" dirty="0"/>
          </a:p>
        </p:txBody>
      </p:sp>
      <p:sp>
        <p:nvSpPr>
          <p:cNvPr id="5" name="Text 2">
            <a:hlinkClick r:id="rId2" tooltip=""/>
          </p:cNvPr>
          <p:cNvSpPr txBox="1"/>
          <p:nvPr/>
        </p:nvSpPr>
        <p:spPr>
          <a:xfrm>
            <a:off x="2331720" y="3776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malikai-786.github.io/governance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15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4">
            <a:hlinkClick r:id="rId3" tooltip=""/>
          </p:cNvPr>
          <p:cNvSpPr txBox="1"/>
          <p:nvPr/>
        </p:nvSpPr>
        <p:spPr>
          <a:xfrm>
            <a:off x="2331720" y="419709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YasirAMalik@gmail.com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6360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en-US" sz="950" dirty="0"/>
          </a:p>
        </p:txBody>
      </p:sp>
      <p:sp>
        <p:nvSpPr>
          <p:cNvPr id="9" name="Text 6">
            <a:hlinkClick r:id="rId4" tooltip=""/>
          </p:cNvPr>
          <p:cNvSpPr txBox="1"/>
          <p:nvPr/>
        </p:nvSpPr>
        <p:spPr>
          <a:xfrm>
            <a:off x="2331720" y="46177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malikai-786.github.io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056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950" dirty="0"/>
          </a:p>
        </p:txBody>
      </p:sp>
      <p:sp>
        <p:nvSpPr>
          <p:cNvPr id="11" name="Text 8">
            <a:hlinkClick r:id="rId5" tooltip=""/>
          </p:cNvPr>
          <p:cNvSpPr txBox="1"/>
          <p:nvPr/>
        </p:nvSpPr>
        <p:spPr>
          <a:xfrm>
            <a:off x="2331720" y="503834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linkedin.com/in/yasiramalik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477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E0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NEWSLETTER</a:t>
            </a:r>
            <a:endParaRPr lang="en-US" sz="950" dirty="0"/>
          </a:p>
        </p:txBody>
      </p:sp>
      <p:sp>
        <p:nvSpPr>
          <p:cNvPr id="13" name="Text 10">
            <a:hlinkClick r:id="rId6" tooltip=""/>
          </p:cNvPr>
          <p:cNvSpPr txBox="1"/>
          <p:nvPr/>
        </p:nvSpPr>
        <p:spPr>
          <a:xfrm>
            <a:off x="2331720" y="54589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howwouldweknow.substack.com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5989320"/>
            <a:ext cx="10817352" cy="0"/>
          </a:xfrm>
          <a:prstGeom prst="line">
            <a:avLst/>
          </a:prstGeom>
          <a:noFill/>
          <a:ln w="9525">
            <a:solidFill>
              <a:srgbClr val="2630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614476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AI-assisted drafting and analysis. All judgment, synthesis, and interpretation are the author's.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the Algorithm — Yasir A. Malik</dc:title>
  <dc:subject>PptxGenJS Presentation</dc:subject>
  <dc:creator>Yasir A. Malik</dc:creator>
  <cp:lastModifiedBy>Yasir A. Malik</cp:lastModifiedBy>
  <cp:revision>1</cp:revision>
  <dcterms:created xsi:type="dcterms:W3CDTF">2026-09-03T04:34:25Z</dcterms:created>
  <dcterms:modified xsi:type="dcterms:W3CDTF">2026-09-03T04:34:25Z</dcterms:modified>
</cp:coreProperties>
</file>